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17DE-EC56-6A3A-5B36-99698FE0A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DF815-5C5D-4D3E-5C5E-CA3A33699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52DD-6488-B82A-2A19-A40B295B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EEC3-063C-0605-DC61-5BD4722E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2968-648C-CD5A-BAB9-402D81BE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5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6DF5-2245-7E4C-4D0E-45B43909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9C65-C963-5F7E-C0B0-460B860A6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764E-1E8A-2BFF-328B-D72E7A98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38D44-B872-C505-6BF5-429C369F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B0600-AF73-3478-C5A0-17298E25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54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99FC-2BC2-7A6A-069F-2518117A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0D3BA-D203-D61C-B200-2ED875BCB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E9419-6CDC-D395-49F1-3F3DBDE9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9FAA0-8E75-0386-DF29-0BB225C4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CFE2-DFD8-B99C-6C0F-16270E46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4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7D00-6FD7-8F0B-A4FB-89B7ACFC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A441-D0EC-313A-AE29-5595AEA9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E49E5-F6C7-9AE9-C0F6-61ADBF424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1308A-9A0A-43AD-A52A-C14B5BB1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0049C-19D5-9F2A-FB32-E9DD0BDD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B3293-C91D-E8D2-ACBA-7A71503C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38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96D9-FDAB-0490-DD2A-D2B49724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35245-83C1-24A3-E277-B743E7E5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902A9-42D3-02F0-0159-FF231483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8B2D4-6717-89A2-E49E-8E9AD86F6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54971-D226-134B-B638-9CF34048AF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08F34-7ACC-5CA5-373C-47759656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64203-298A-55C7-7405-1F8638DC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B1582E-99D4-278E-2FEC-028DAA91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34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3E93-9FF5-8979-524A-02A0742F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D04B0-6503-8528-780A-E8447FCC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6AE21-06D4-DA2D-A0C4-97C146F4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743C0-CB0A-2EF1-50B1-88EB48CE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366FA-1A05-10F0-AB36-04A4A801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35FFB8-7E61-C491-57F3-D04E8722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68096-2751-BCAA-89F9-EE52A8A8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4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D8A6-28FC-D94E-99F5-4B10E7E0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D8125-3BDE-5007-5902-83BCFD640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6ED10-16C0-710B-EEB9-BCD0746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BD348-F6C6-8F01-B2DB-E0F27AC3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E7C7B-05AE-165C-2804-BE81C157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FA58D-1FBB-1811-6678-6910E382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28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6E90-44C3-8C92-D2A3-15A40350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965F0-0A5C-842E-9320-BEFC99CF9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B97AB-6230-8A56-16E5-6963F5512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DB059-7DC0-B0F4-071E-ADD2E46A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40599-8D53-4377-B6C1-E91D12B0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886B8-C4BD-22ED-13B6-A35ECEAF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49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44E6-DED4-7CB1-4F81-4A39CE2D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EDFDA-594F-5D4F-497F-89F052B2B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B299-D25A-0E85-16A4-8FDCD0E04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53A2C-4594-5E97-4150-63FA9598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DDD8-4609-49D3-52F7-EBC0370C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75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C7F5D-C51B-C9B7-CE6F-99C31BD0D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889F0-8673-1DFF-CDDD-1C9F1D6D3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E084A-5141-32A7-8C01-F99231B2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D9A0-5731-6932-6A9D-253BEE2D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9F498-53F2-EC68-2889-B65F43B6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94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1AD26-3597-4107-6E08-9BA7A338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F8016-E7C6-E102-1D9D-9DA3F80F7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4FCEF-A170-0DE2-53B9-78FA95900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F213E-6E4A-4400-A82A-8F12748F099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DCEE9-811D-1B8B-2154-EE790D9BD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A3DDA-9AE6-192C-92C3-9F4C1E6CB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12911-F9E1-4E5D-9A7F-65CF98C63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4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2A4BEC-B5DC-1AB6-D4E5-944C62F56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08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C6EAC-61B0-6885-283C-FED5809E7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41896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21477-69E9-3360-0DF6-44D6D0953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8456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76A93-0E4F-2407-F971-B9AA1A356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44139"/>
      </p:ext>
    </p:extLst>
  </p:cSld>
  <p:clrMapOvr>
    <a:masterClrMapping/>
  </p:clrMapOvr>
  <p:transition spd="slow"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AF0E8-3718-D2B2-4C5F-46140DF76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55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A56E97-9DC5-74F9-0C3E-D6A1622A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5504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D62F8-40DA-6E83-440F-605465150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5" y="0"/>
            <a:ext cx="12158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46001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87C7B-2BB0-E748-6A1D-89F8A5CE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" y="0"/>
            <a:ext cx="12184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0611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7EDBD-5328-9419-83DD-62838E09E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39633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2C3067-94BC-2490-B528-EE1D738C2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58680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C20CB-EEE9-C008-F4D0-CAC5E89A8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5274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77B44-902E-C500-B00B-358F08F3C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7" y="0"/>
            <a:ext cx="12165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20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</p:transition>
    </mc:Choice>
    <mc:Fallback>
      <p:transition spd="slow">
        <p:spli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4B3AF-16DB-E16D-B4E1-84DEECCEF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62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575DF-F572-2F8D-12A3-237E197C0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47340"/>
      </p:ext>
    </p:extLst>
  </p:cSld>
  <p:clrMapOvr>
    <a:masterClrMapping/>
  </p:clrMapOvr>
  <p:transition spd="slow"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5C086-4F4D-649F-7DE2-05FDDABDF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21022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57E0A-A694-EF7E-CB0C-88FCB80A7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2214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Prasantha Lakshmi Gorthi</dc:creator>
  <cp:lastModifiedBy>Prasantha Lakshmi Gorthi</cp:lastModifiedBy>
  <cp:revision>2</cp:revision>
  <dcterms:created xsi:type="dcterms:W3CDTF">2026-08-12T04:37:33Z</dcterms:created>
  <dcterms:modified xsi:type="dcterms:W3CDTF">2026-08-12T04:59:15Z</dcterms:modified>
</cp:coreProperties>
</file>